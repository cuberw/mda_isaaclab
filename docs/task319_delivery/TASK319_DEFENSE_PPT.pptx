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3.19 轮式人形机器人垃圾分类投放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项目：MDA IsaacLab Task319 Garbage Sorting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关键词：IsaacLab、Kuavo 轮式双臂、RGB-D、Qwen/VLM、YOLO11、Nav2、抓取投放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面向智慧城市垃圾分类高频任务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机器人识别桌面垃圾并判断四分类类别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规划抓取姿态，移动到对应垃圾桶并投放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输出分类准确率、抓取成功率、投放准确率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设计干扰样本评估鲁棒性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仿真场景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仿真平台：IsaacLab / Isaac Sim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机器人：Kuavo 轮式双臂模型，头部 RGB-D，相机分辨率主线 1280x960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场景：桌面、4 个带颜色标识垃圾桶、10 个垃圾物体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垃圾桶：蓝色可回收、绿色厨余、红色有害、灰色其他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场景物体和类别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可回收物：cracker box、sugar box、tomato soup can、mustard bottle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厨余垃圾：banana、potted meat can 食物残留干扰样本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有害垃圾：bleach cleanser、battery block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其他垃圾：foam brick、mug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potted meat can 是可回收/厨余语义冲突样本，用于测试污染可回收物鲁棒性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 RGB-D -&gt; VISS v28 Qwen-first -&gt; YOLO11 ROI segmentation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Qwen/VLM 四分类 -&gt; RGB-D 3D 定位和 top grasp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动态桌边站位 -&gt; Nav2 NavigateToPose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右臂抓取或辅助抓取 -&gt; 分类桶 Nav2 -&gt; 右夹爪桶口释放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视觉识别算法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Qwen 全局识别候选，避免只靠固定类别检测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YOLO11 在 Qwen ROI 内做精分割，输出 mask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Qwen/VLM 对 crop 做开放词汇四分类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当前帧 RGB-D 根据 mask 反投影到世界坐标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分类、位置、抓取点绑定同一 scene_key，避免跨物体错配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抓取姿态生成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默认主线使用 RGB-D top grasp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抓取点：点云 XY 中心和物体顶部高度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姿态：顶部垂直接近，夹爪开口根据 RGB-D 点云短轴估计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cuRobo 规划到 hover，最后阶段做垂直下降和闭合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GraspNet Baseline 保留为诊断，不作为默认主线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移动和投放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机器人先在观察位看全桌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根据目标 3D 位置生成动态桌边站位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Nav2 导航到站位后重新拍照，降低底盘残差影响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抓取后导航到桶侧 staging pose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右夹爪 TCP 移到桶口上方再释放，避免直接瞬移物体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完整多物体演示：task_319_garbage_sort/output/head_camera_grasp_records/20260625_150100/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视频：20260625_150100/grasp8.mp4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 8 个物体 cycle，已完成 cycle 的分类和投放均成功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全局最终失败原因是第 9 次返回观察位 Nav2 STATUS_6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该完整演示使用显式辅助抓取路径，不等同于严格物理夹爪全成功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指标统计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完整演示口径 20260625_150100：已完成物体数 8，已完成 cycle 成功率 8/8，投放准确率 8/8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全局 run success=false，原因是返回观察位 Nav2 STATUS_6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严格物理抓取：1/8 直接通过，其余依赖辅助路径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早期逻辑动画口径：10 个任务逻辑抓取、投放、目标桶准确率均为 100%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逻辑动画不使用真实物理夹爪接触，不能替代严格物理验收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鲁棒性和问题复盘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干扰样本：带食物残留的金属罐、脏污瓶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视觉主线解决了 YOLO/VLM/抓取目标不一致问题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Nav2 已能完成桌边和桶边移动，但长循环返回位仍有 STATUS_6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严格物理夹爪仍是主要短板，最新单轮严格验证 20260626_145846 抓取失败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后续用 SAC/PPO hover-to-grasp policy 替换手写末端下降和闭合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分工和总结</a:t>
            </a:r>
            <a:endParaRPr lang="zh-CN" sz="3200" dirty="0"/>
          </a:p>
        </p:txBody>
      </p:sp>
      <p:sp>
        <p:nvSpPr>
          <p:cNvPr id="3" name="Accent"/>
          <p:cNvSpPr/>
          <p:nvPr/>
        </p:nvSpPr>
        <p:spPr>
          <a:xfrm>
            <a:off x="685800" y="1264920"/>
            <a:ext cx="1082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914400" y="16256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场景和资产：IsaacLab 场景、垃圾模型、垃圾桶、相机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感知：VISS/Qwen/YOLO11、RGB-D 定位、debug overlay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控制：Nav2 bridge、站位规划、右臂 cuRobo/IK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抓取：夹爪物理、top grasp、RL 局部抓取训练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测试和文档：实验记录、指标统计、演示视频、答辩材料</a:t>
            </a:r>
            <a:endParaRPr lang="zh-CN" sz="2000" dirty="0"/>
          </a:p>
          <a:p>
            <a:pPr marL="342900" indent="-171450">
              <a:buChar char="•"/>
            </a:pPr>
            <a:r>
              <a:rPr lang="zh-CN" sz="2000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项目已完成可展示的识别、分类、导航、桶口投放闭环</a:t>
            </a:r>
            <a:endParaRPr lang="zh-CN" sz="2000" dirty="0"/>
          </a:p>
        </p:txBody>
      </p:sp>
      <p:sp>
        <p:nvSpPr>
          <p:cNvPr id="5" name="Footer"/>
          <p:cNvSpPr/>
          <p:nvPr/>
        </p:nvSpPr>
        <p:spPr>
          <a:xfrm>
            <a:off x="9144000" y="63627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sz="10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MDA IsaacLab Task319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319">
  <a:themeElements>
    <a:clrScheme name="Task319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DC2626"/>
      </a:accent3>
      <a:accent4>
        <a:srgbClr val="64748B"/>
      </a:accent4>
      <a:accent5>
        <a:srgbClr val="F59E0B"/>
      </a:accent5>
      <a:accent6>
        <a:srgbClr val="7C3AED"/>
      </a:accent6>
      <a:hlink>
        <a:srgbClr val="2563EB"/>
      </a:hlink>
      <a:folHlink>
        <a:srgbClr val="7C3AED"/>
      </a:folHlink>
    </a:clrScheme>
    <a:fontScheme name="Task319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Task319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LibreOffice compatible OOXML</Application>
  <PresentationFormat>On-screen Show (16:9)</PresentationFormat>
  <Slides>12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Task319 Garbage Sorting Defense PPT</dc:title>
  <dc:creator>Codex</dc:creator>
  <cp:lastModifiedBy>Codex</cp:lastModifiedBy>
  <dcterms:created xsi:type="dcterms:W3CDTF">2026-06-27T02:51:19Z</dcterms:created>
  <dcterms:modified xsi:type="dcterms:W3CDTF">2026-06-27T02:51:19Z</dcterms:modified>
</cp:coreProperties>
</file>